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Telugu News Headline Generation</a:t>
            </a:r>
          </a:p>
          <a:p>
            <a:pPr/>
            <a:r>
              <a:t>Final Project Report</a:t>
            </a:r>
          </a:p>
          <a:p>
            <a:pPr/>
            <a:r>
              <a:t>Generated on 2026-10-13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Automatic headline generation for Telugu news</a:t>
            </a:r>
          </a:p>
          <a:p>
            <a:pPr/>
            <a:r>
              <a:t>Support low‑resource settings</a:t>
            </a:r>
          </a:p>
          <a:p>
            <a:pPr/>
            <a:r>
              <a:t>Improve editorial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Train and compare mT5‑small &amp; IndicBART</a:t>
            </a:r>
          </a:p>
          <a:p>
            <a:pPr/>
            <a:r>
              <a:t>Build relevance classifier</a:t>
            </a:r>
          </a:p>
          <a:p>
            <a:pPr/>
            <a:r>
              <a:t>Low‑resource experiments</a:t>
            </a:r>
          </a:p>
          <a:p>
            <a:pPr/>
            <a:r>
              <a:t>Report findings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Source: saidines12/telugu_news_dataset</a:t>
            </a:r>
          </a:p>
          <a:p>
            <a:pPr/>
            <a:r>
              <a:t>~83k train, 5.9k val, 12.5k test</a:t>
            </a:r>
          </a:p>
          <a:p>
            <a:pPr/>
            <a:r>
              <a:t>Duplicate &amp; leakage analysis included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Seq2Seq mT5‑small (300M params)</a:t>
            </a:r>
          </a:p>
          <a:p>
            <a:pPr/>
            <a:r>
              <a:t>IndicBART (244M params)</a:t>
            </a:r>
          </a:p>
          <a:p>
            <a:pPr/>
            <a:r>
              <a:t>BERT relevance classifier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bfloat16, batch=1, grad_accum=16</a:t>
            </a:r>
          </a:p>
          <a:p>
            <a:pPr/>
            <a:r>
              <a:t>50 steps (full), 75 steps (low‑resource)</a:t>
            </a:r>
          </a:p>
          <a:p>
            <a:pPr/>
            <a:r>
              <a:t>Runs on RTX 3050 (4 GB VRAM)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– 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mT5‑small ROUGE‑1=0.1025, latency=0.27 s</a:t>
            </a:r>
          </a:p>
          <a:p>
            <a:pPr/>
            <a:r>
              <a:t>IndicBART ROUGE‑1=0.0109, latency=2.62 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Low‑Resource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5 % data retains ~85 % ROUGE‑1 of full data</a:t>
            </a:r>
          </a:p>
          <a:p>
            <a:pPr/>
            <a:r>
              <a:t>Training time comparable across tiers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Relevance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mBERT Macro‑F1=0.5114 (Accuracy=0.5238)</a:t>
            </a:r>
          </a:p>
          <a:p>
            <a:pPr/>
            <a:r>
              <a:t>TF‑IDF+LR Macro‑F1=0.4775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Gemma 2 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Blocked: HF gated repo, missing bitsandbytes/peft, VRAM insufficient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Headline generation page</a:t>
            </a:r>
          </a:p>
          <a:p>
            <a:pPr/>
            <a:r>
              <a:t>Relevance analysis page</a:t>
            </a:r>
          </a:p>
          <a:p>
            <a:pPr/>
            <a:r>
              <a:t>Dashboard with metrics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Very short training (50‑75 steps)</a:t>
            </a:r>
          </a:p>
          <a:p>
            <a:pPr/>
            <a:r>
              <a:t>Small evaluation sample sizes</a:t>
            </a:r>
          </a:p>
          <a:p>
            <a:pPr/>
            <a:r>
              <a:t>No human evaluation</a:t>
            </a:r>
          </a:p>
          <a:p>
            <a:pPr/>
            <a:r>
              <a:t>Gemma 2 not trained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mT5‑small is the pragmatic choice for low‑resource Telugu headline generation</a:t>
            </a:r>
          </a:p>
          <a:p>
            <a:pPr/>
            <a:r>
              <a:t>Future work: longer training, human studies, larger LLMs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